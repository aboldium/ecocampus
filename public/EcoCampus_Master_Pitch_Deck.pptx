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926080" cy="320040"/>
          </a:xfrm>
          <a:prstGeom prst="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77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ECOBANK HACKATHON INITIATIVE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EcoCampus: The Youth Financial Operating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Ecobank Blaze from a basic youth debit card into an indispensable daily ecosystem where 2.5 million Nigerian undergraduates and 350,000 corps members live, trade, upskill, and launch their careers.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5943600" cy="1920240"/>
          </a:xfrm>
          <a:prstGeom prst="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576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Zero-Interest Tuition &amp; NYSC Financing: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24-48hr bursary disbursement via CBN GSI multi-account recourse.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EcoMarketplace with Smart Escrow: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Ecobank vault locks funds until 4-digit physical inspection OTP release.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Hub &amp; Talent Retention: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corporate hiring pipeline with Ecobank, Paystack, and top fintechs.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5806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Motto: LEARN. GROW. ACHIEVE.  |  Prepared for: Adebanke Oladejo, Victor Yalokwu &amp; Babawale John</a:t>
            </a:r>
            <a:endParaRPr lang="en-US" sz="950" dirty="0"/>
          </a:p>
        </p:txBody>
      </p:sp>
      <p:pic>
        <p:nvPicPr>
          <p:cNvPr id="11" name="Image 0" descr="C:\Users\USER\Desktop\ecocampus\public\pitch\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005840"/>
            <a:ext cx="44805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74320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9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7  |  THE MACRO CRISIS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0" y="429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ECOBANK HACKATHON 2026  ·  REIMAGINING POSSIBILITIES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Failure in Tertiary Education Financing &amp; Youth Banking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undergraduates face systemic friction: bureaucratic delays, predatory loan apps, and career drop-off.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6583680" cy="1005840"/>
          </a:xfrm>
          <a:prstGeom prst="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BUREAUCRATIC DELAYS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NELFUND 3 to 6 Month Bottleneck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5915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student loans suffer from prolonged administrative processing, single-purpose tuition restrictions, and paper verification that arrives months after university portal registration has closed.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944368"/>
            <a:ext cx="6583680" cy="1005840"/>
          </a:xfrm>
          <a:prstGeom prst="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3580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PREDATORY CAPITAL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321868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Sharks Charging 25% - 35% Monthly Interest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Desperate students turn to unregulated digital loan apps. Unmanageable debt traps lead to aggressive contact list shaming, institutional stigma, and academic abandonment.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059936"/>
            <a:ext cx="6583680" cy="1005840"/>
          </a:xfrm>
          <a:prstGeom prst="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5137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UNPROTECTED COMMERCE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433425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P2P Fraud on WhatsApp &amp; Social Feeds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59028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exchanges, refurbished laptop sales, and hostel essentials carry severe transaction risk: fake bank alerts, delivery ghosting, and zero buyer or seller recourse.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5175504"/>
            <a:ext cx="6583680" cy="1005840"/>
          </a:xfrm>
          <a:prstGeom prst="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6694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NYSC CLIFF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4400" y="544982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Post-Graduation Drop-off on ₦77,000 Allowance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705856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350,000 annual corps members face high urban relocation costs with zero equipment financing to acquire laptops or tools needed for remote technology employment.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0" y="1828800"/>
            <a:ext cx="3840480" cy="4343400"/>
          </a:xfrm>
          <a:prstGeom prst="rect">
            <a:avLst>
              <a:gd name="adj" fmla="val 1905"/>
            </a:avLst>
          </a:prstGeom>
          <a:solidFill>
            <a:srgbClr val="001F3F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BANKING GAP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Traditional Retail Banks Fail Nigerian Students: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6384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32004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treat students as zero-revenue account holders, issuing inert plastic cards with no utility.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63840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21040" y="3886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salary slip or fixed collateral means traditional credit scoring marks students as un-bankable.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86384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4572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 (CAC) exceeds ₦12,000 per user when trying to recruit graduates post-NYSC.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63840" y="5257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52578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integration with campus bursaries leaves tuition liquidity completely unserved.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74320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9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7  |  THE SOLUTION &amp; CORE PRODUCT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0" y="429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ECOBANK HACKATHON 2026  ·  REIMAGINING POSSIBILITIES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Just a Loan Platform: An Integrated Campus Financial Ecosystem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zero-interest underwriting with CBN-compliant GSI multi-account recourse and escrow protection.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5852160" cy="1325880"/>
          </a:xfrm>
          <a:prstGeom prst="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INTEREST FINANCING ENGINE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1214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Undergrad (200L+) &amp; NYSC Advances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Disbursements from ₦20,000 to ₦250,000 in 24 to 48 hours at 0.0% APR.
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paid straight to school bursary, eliminating fund diversion.
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NYSC equipment loans up to ₦500,000 automated via monthly stipend deduction.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5852160" cy="1325880"/>
          </a:xfrm>
          <a:prstGeom prst="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832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RISK MITIGATION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35844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CBN Global Standing Instruction (GSI) via NIBSS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executed under CBN Circular BSD/DIR/GEN/LAB/13/053.
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enforceable automated recourse across all 30+ Nigerian banks via BVN.
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institutional default risk near zero without requiring traditional collateral.
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5852160" cy="1325880"/>
          </a:xfrm>
          <a:prstGeom prst="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ECOBANK SMART ESCROW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50474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Zero-Fraud Peer-to-Peer Campus Commerce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held safely in Ecobank Escrow Vault during P2P marketplace trades.
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released only upon in-person inspection and 4-digit OTP validation.
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completed trade builds student's proprietary Campus Score (0-1000).
</a:t>
            </a:r>
            <a:endParaRPr lang="en-US" sz="950" dirty="0"/>
          </a:p>
        </p:txBody>
      </p:sp>
      <p:pic>
        <p:nvPicPr>
          <p:cNvPr id="20" name="Image 0" descr="C:\Users\USER\Desktop\ecocampus\public\pitch\loa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828800"/>
            <a:ext cx="45720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74320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9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7  |  THE TALENT BRIDGE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0" y="429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ECOBANK HACKATHON 2026  ·  REIMAGINING POSSIBILITIES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Mitigating African 'Brain Drain' Through Corporate Network Matching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educational financing with structured post-graduate career pipelines across Ecobank's Pan-African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5852160" cy="4343400"/>
          </a:xfrm>
          <a:prstGeom prst="rect">
            <a:avLst>
              <a:gd name="adj" fmla="val 16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574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FINANCING WITHOUT CAREER PLACEMENT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loans alone do not solve the youth crisis if graduating scholars face 40% youth underemployment and are forced into the 'Japa' brain-drain wave.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3017520"/>
            <a:ext cx="5303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5468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BRIDGE: OPPORTUNITY HUB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Ecobank FastTrack &amp; Tech Internships: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academic performers (CGPA 3.5+) matched directly with graduate trainee programs at Ecobank Nigeria, Paystack MFB, and multinational corporate partners.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519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Subsidized Digital Skills ('Learn &amp; Earn'):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industry certifications (Next.js, Python for Finance, SQL) subsidized through Ecobank CSR that boost loan limits while building practical workforce capacity.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50749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NYSC High-Allowance PPA Matcher: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Corpers connected to technology PPAs offering monthly agency top-up stipends (₦160,000 - ₦180,000/mo) to guarantee loan liquidation and high savings accumulation.</a:t>
            </a:r>
            <a:endParaRPr lang="en-US" sz="1050" dirty="0"/>
          </a:p>
        </p:txBody>
      </p:sp>
      <p:pic>
        <p:nvPicPr>
          <p:cNvPr id="16" name="Image 0" descr="C:\Users\USER\Desktop\ecocampus\public\pitch\opportunit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828800"/>
            <a:ext cx="45720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74320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9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7  |  COMMERCIAL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0" y="429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ECOBANK HACKATHON 2026  ·  REIMAGINING POSSIBILITIES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Ecobank Wins: Compounding SROI &amp; Commercial Balance Sheet Offsets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zero-interest student lending operates at zero direct profit, the commercial offsets create an unbeatable institutional moat.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5212080" cy="2057400"/>
          </a:xfrm>
          <a:prstGeom prst="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₦0 CAC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VIRALITY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51760" y="2011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Lifetime Customer Acquisition (LTV)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450592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CAC in Nigeria exceeds ₦12,000 per user. EcoCampus acquires students at near-zero organic CAC through campus word-of-mouth. Beneficiaries enter deep generational loyalty with 30+ year customer retention.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212080" cy="2057400"/>
          </a:xfrm>
          <a:prstGeom prst="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RETENTION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138160" y="2011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Post-Graduate Salary Domiciliation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2450592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who received tuition liquidity and corporate internships naturally maintain their primary professional salary accounts with Ecobank, yielding mortgage, credit card, and auto-loan cross-sell opportunities.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5212080" cy="2057400"/>
          </a:xfrm>
          <a:prstGeom prst="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₦500M+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4617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NON-INTEREST DEPOSIT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651760" y="42062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Escrow Float Mobilization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645152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thousands of active marketplace trades generate substantial, non-interest-bearing operational liquidity. Buyer funds locked in Ecobank Escrow Vault provide zero-cost deposit float.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4023360"/>
            <a:ext cx="5212080" cy="2057400"/>
          </a:xfrm>
          <a:prstGeom prst="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3.5%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46520" y="4617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MARGIN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138160" y="42062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NYSC Equipment Advance Facility Margin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4645152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Corper equipment financing carries a single-digit 3.5% facility fee. Automated monthly allowance split via NIBSS ensures zero collection overhead and zero recovery friction.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74320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9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7  |  STRATEGIC POSITIONING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0" y="429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ECOBANK HACKATHON 2026  ·  REIMAGINING POSSIBILITIES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Pan-African Blueprint: Public-Private Partnership (PPP) Engine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Ecobank as the premier financial execution partner for NELFUND and the African Union's Educational Initiatives.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5212080" cy="4389120"/>
          </a:xfrm>
          <a:prstGeom prst="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5740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PUBLIC-PRIVATE PARTNERSHIP (PPP) ALIGNMENT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Ideal Implementation Partner for NELFUND: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Overcoming Federal Distribution Lag: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NELFUND holds sovereign capital but lacks low-latency digital rails. EcoCampus provides the turnkey student KYC, academic authentication, and instant bursary disbursement engine.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7033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Default Safeguard Infrastructure: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public loan capital through automated NIBSS Global Standing Instruction mandates across all commercial banking assets, ensuring federal repayment compliance.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Scalability across 33 Nations: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EcoCampus leverages Ecobank's unmatched footprint across 33 African countries to support the African Union Educational Initiative with cross-border tuition settlement.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212080" cy="4389120"/>
          </a:xfrm>
          <a:prstGeom prst="rect">
            <a:avLst>
              <a:gd name="adj" fmla="val 1667"/>
            </a:avLst>
          </a:prstGeom>
          <a:solidFill>
            <a:srgbClr val="001F3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05740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SCALE &amp; ESG IMPACT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Ecobank: Reimagining Possibilities Across Africa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 AFRICAN MARKETS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97180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Ecobank RapidTransfer Integration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31821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seamless cross-border tuition settlement, regional scholarship distribution, and intra-African academic mobility without foreign currency friction.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92240" y="37947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SDG 4 &amp; 8 COMPLIANT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402336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 &amp; Decent Work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42336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verified ESG reporting metrics, positioning Ecobank for international green/social concessional funding and development finance institution (DFI) partnerships.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92240" y="48463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2.5M NIGERIAN UNDERGRADS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5074920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Onboarding Potential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52852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10% market share yields 250,000 active retail accounts, ₦12.5B in loan underwriting, and a foundational pipeline of future African business leaders.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74320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9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7  |  EXECUTION &amp; THE ASK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0" y="429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ECOBANK HACKATHON 2026  ·  REIMAGINING POSSIBILITIES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Roadmap: From Hackathon Demo to National 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EcoCampus is fully functional and tested today. We present a clear, 3-phase execution roadmap.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3383280" cy="2194560"/>
          </a:xfrm>
          <a:prstGeom prst="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(MONTHS 1 - 6)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1762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5-University Flagship Pilot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54203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at UniAbuja, UNILAG, UI, OAU, and ABU Zaria.
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100,000 verified accounts, ₦500M escrow GMV.
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university bursary accounts.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2194560"/>
          </a:xfrm>
          <a:prstGeom prst="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659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(MONTHS 7 - 12)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0" y="21762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NYSC Camp Rollout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54203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with 37 NYSC orientation camps nationwide.
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co-branded Ecobank Blaze cards with equipment advances.
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monthly allowance splits via NIBSS Direct Debit.
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383280" cy="2194560"/>
          </a:xfrm>
          <a:prstGeom prst="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9659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(YEAR 2+)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21762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Pan-African Continental Scale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54203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model in Ghana, Kenya, Côte d'Ivoire &amp; Senegal.
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Ecobank RapidTransfer student remittance rails.
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continental execution partnership with African Union.
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251960"/>
            <a:ext cx="10698480" cy="1920240"/>
          </a:xfrm>
          <a:prstGeom prst="rect">
            <a:avLst>
              <a:gd name="adj" fmla="val 3810"/>
            </a:avLst>
          </a:prstGeom>
          <a:solidFill>
            <a:srgbClr val="001F3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43484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TO ECOBANK EXECUTIVE LEADERSHIP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47091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Partnering with Adebanke Oladejo, Victor Yalokwu &amp; Babawale John to Power Africa's Youth: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50749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Banking Sandbox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25880" y="53218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credentials for live testing with Ecobank OmniCore &amp; NIBSS GSI Switch.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50749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Pilot Approval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53218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to pilot with 5,000 University of Abuja students under Ecobank Blaze sponsorship.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95528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75320" y="50749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Talent Pipeline Matching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75320" y="53218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onboarding of Opportunity Hub into Ecobank Group's HR graduate recruitment network.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Ecobank Nigeria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EcoCampus: The Youth Financial Operating System</dc:title>
  <dc:subject>EcoCampus Master Pitch Deck - Ecobank Hackathon 2026</dc:subject>
  <dc:creator>EcoCampus Engineering Team</dc:creator>
  <cp:lastModifiedBy>EcoCampus Engineering Team</cp:lastModifiedBy>
  <cp:revision>1</cp:revision>
  <dcterms:created xsi:type="dcterms:W3CDTF">2026-10-19T21:44:11Z</dcterms:created>
  <dcterms:modified xsi:type="dcterms:W3CDTF">2026-10-19T21:44:11Z</dcterms:modified>
</cp:coreProperties>
</file>